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| Objective: Executive Decision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Formal report for: Read this scanned inspection report, calculate the failure rate, and create an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Industrial Log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Internal PSU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Recommendation: Derate unit operating pressure to 12.0 bar immediately and schedule clamp enclosure installation.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