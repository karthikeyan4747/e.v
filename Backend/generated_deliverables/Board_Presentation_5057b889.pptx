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sovereign on-premises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each verified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Focus on quantitative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Detail risk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Secure approvals for recommended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SOVEREIGN AIR-GAPPED BRIEFING // CONFIDENTIAL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SOVEREIGN INDUSTRIAL ASSESSMENT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Audience: Board of Directors | Objective: Executive Decision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Date: 01 September 2026 | Sovereign AI Verification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Overview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Context and Core Objective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Formal report for: Generate an official Word approval note from this analysis for: inside karthi.py replace the existing code and add a simple if/else loop code 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Source Document: Industrial Log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Key Stakeholders: Internal PSU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Findings &amp; Factual Claims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Extracted with High-Fidelity Content DNA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Nominal wall thickness: 12.7 mm verified.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Derated pressure: 12.0 bar.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Critical Statistics &amp; Measurements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Empirical Data Points &amp; Quantities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18.5 bar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6.8 mm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Risk Assessment &amp; Operational Impact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Mitigation Protocols &amp; Exposure Analysis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Localized corrosion under high throughput.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Strategic Recommendations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Actionable Next Steps &amp; Implementation Roadmap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1: Derate operating pressure.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2: Install clamp enclosure within 14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