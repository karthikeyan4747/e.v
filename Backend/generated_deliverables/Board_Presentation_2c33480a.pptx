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200" b="1">
                <a:solidFill>
                  <a:srgbClr val="0F172A"/>
                </a:solidFill>
              </a:defRPr>
            </a:pPr>
            <a:r>
              <a:t>CREATE A WORD DOCUMENT AND PRESENTATION DECK FOR THIS ANALYS...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Executive deliverable compiled for: Create a Word document and presentation deck for this analysis.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Date: 01 September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Executive deliverable compiled for: Create a Word document and presentation deck for this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Evidence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18.5 bar, Operating temperature: 340°C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Line 14-P-102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Measured minimum thickness at Elbow EL-04: 6.8 mm due to naphthenic acid corrosion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High risk of pressure boundary breach under full throughput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 at Elbow EL-04: 6.8 mm due to naphthenic acid corrosion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High risk of pressure boundary breach under full throughput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Corrosion rate: 2.8 mm/year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Recommendation: Derate unit operating pressure to 12.0 bar immediately and schedule clamp enclosure installation.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3: Issue engineering approval note.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4: Install clamp enclosure within 14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