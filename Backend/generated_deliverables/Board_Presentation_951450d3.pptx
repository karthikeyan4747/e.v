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SOVEREIGN INDUSTRIAL SOURCE ASSESSMENT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&amp; Executives | Objective: Inspection Approval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01 September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EQUIPMENT INSPECTION &amp; INTEGRITY REPORT (CONFIDENTIAL) Plant: Jamnagar Refinery CDU-04 Inspection Date: 2026-08-20 Inspector: Dr. V. Ramanathan (Chief Integrity Officer)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Inspection_Report.txt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Jamnagar Complex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14.2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thickness: 8.1 mm (36.2% localized metal loss)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14.2 bar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Design Flow Rate: 450 m3/h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Operating Pressure: 14.2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Temperature: 185.4 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Measured minimum thickness: 8.1 mm (36.2% localized metal loss)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Subject: Ultrasonic Corrosion Assessment on Overhead Line 14-P-102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Risks: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High risk of hydrocarbon release within 90 days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[IMPLICATION] Requires immediate engineering sign-off.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Issue engineering approval note to derate operating pressure to 11.5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Schedule clamp enclosure within 14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