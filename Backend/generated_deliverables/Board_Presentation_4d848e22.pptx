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sovereign on-premises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each verified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Focus on quantitative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Detail risk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Secure approvals for recommended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SOVEREIGN AIR-GAPPED BRIEFING // CONFIDENTIAL</a:t>
            </a:r>
          </a:p>
          <a:p>
            <a:pPr>
              <a:defRPr sz="3600" b="1">
                <a:solidFill>
                  <a:srgbClr val="0F172A"/>
                </a:solidFill>
              </a:defRPr>
            </a:pPr>
            <a:r>
              <a:t>SOVEREIGN INDUSTRIAL SOURCE ASSESSMENT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Audience: Executive Leadership | Objective: Technical Assessment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Date: 01 September 2026 | Sovereign AI Verification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Overview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Context and Core Objective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Technical extraction of process parameters, wall thickness logs, and operational risk metrics.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Source Document: CDU_Inspection.txt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Key Stakeholders: Jamnagar Complex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Findings &amp; Factual Claims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Extracted with High-Fidelity Content DNA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Wall thickness measured below nominal requirement.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Immediate clamp enclosure installation scheduled.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Nominal thickness: 12.7 mm with localized metal loss verified.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 derated to 12.0 bar.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Critical Statistics &amp; Measurements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Empirical Data Points &amp; Quantities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18.5 bar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6.8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340°C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Risk Assessment &amp; Operational Impact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Mitigation Protocols &amp; Exposure Analysis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Localized pressure boundary degradation under full operating throughput.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[IMPLICATION] Requires immediate engineering sign-off.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Strategic Recommendations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Actionable Next Steps &amp; Implementation Roadmap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1: Issue engineering approval note.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2: Install clamp enclosure within 14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