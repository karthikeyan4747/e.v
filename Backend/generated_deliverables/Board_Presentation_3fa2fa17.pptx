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Emphasize sovereign on-premises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Walk through each verified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Focus on quantitative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Detail risk mitigations.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Secure approvals for recommended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SOVEREIGN AIR-GAPPED BRIEFING // CONFIDENTIAL</a:t>
            </a:r>
          </a:p>
          <a:p>
            <a:pPr>
              <a:defRPr sz="3600" b="1">
                <a:solidFill>
                  <a:srgbClr val="0F172A"/>
                </a:solidFill>
              </a:defRPr>
            </a:pPr>
            <a:r>
              <a:t>SOVEREIGN INDUSTRIAL ASSESSMENT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Audience: Board of Directors | Objective: Executive Decision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Date: 01 September 2026 | Sovereign AI Verification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Executive Overview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Context and Core Objective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Formal report for: Create a Word document and presentation deck for this analysis.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Source Document: Industrial Log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Key Stakeholders: Internal PSU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Key Findings &amp; Factual Claims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Extracted with High-Fidelity Content DNA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Findings: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Line 14-P-102 nominal wall thickness: 12.7 mm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Operating pressure: 18.5 bar, Operating temperature: 340°C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Findings: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Critical Statistics &amp; Measurements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Empirical Data Points &amp; Quantities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Line 14-P-102 nominal wall thickness: 12.7 mm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Measured minimum thickness at Elbow EL-04: 6.8 mm due to naphthenic acid corrosion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Operating pressure: 18.5 bar, Operating temperature: 340°C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Recommendation: Derate unit operating pressure to 12.0 bar immediately and schedule clamp enclosure installation.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Risk Assessment &amp; Operational Impact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Mitigation Protocols &amp; Exposure Analysis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[RISK] Measured minimum thickness at Elbow EL-04: 6.8 mm due to naphthenic acid corrosion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[RISK] High risk of pressure boundary breach under full throughput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[RISK] Measured minimum thickness at Elbow EL-04: 6.8 mm due to naphthenic acid corrosion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Strategic Recommendations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Actionable Next Steps &amp; Implementation Roadmap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1: Recommendation: Derate unit operating pressure to 12.0 bar immediately and schedule clamp enclosure installation.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2: Recommendation: Derate unit operating pressure to 12.0 bar immediately and schedule clamp enclosure installation.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3: Issue engineering approval note.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