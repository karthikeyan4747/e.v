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200" b="1">
                <a:solidFill>
                  <a:srgbClr val="0F172A"/>
                </a:solidFill>
              </a:defRPr>
            </a:pPr>
            <a:r>
              <a:t>READ THIS SCANNED INSPECTION REPORT, CALCULATE THE FAILURE R...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Executive deliverable compiled for: Read this scanned inspection report, calculate the failure rate, and create an approval note.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Date: 01 September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Executive deliverable compiled for: Read this scanned inspection report, calculate the failure rate, and create an approval note.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Evidence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 at Elbow EL-04: 6.8 mm due to naphthenic acid corrosion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pressure boundary breach under full throughput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pressure boundary breach under full throughput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Corrosion rate: 2.8 mm/year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3: Issue engineering approval note.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4: Install clamp enclosure within 14 days.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5: Recommendation: Derate unit operating pressure to 12.0 bar immediately and schedule clamp enclosure installation.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