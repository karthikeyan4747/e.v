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sovereign on-premises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each verified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Focus on quantitative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Detail risk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SOVEREIGN AIR-GAPPED BRIEFING // CONFIDENTIAL</a:t>
            </a:r>
          </a:p>
          <a:p>
            <a:pPr>
              <a:defRPr sz="3200" b="1">
                <a:solidFill>
                  <a:srgbClr val="0F172A"/>
                </a:solidFill>
              </a:defRPr>
            </a:pPr>
            <a:r>
              <a:t>DECK FOR THIS ANALYSIS.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Executive deliverable compiled for: deck for this analysis.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Date: 01 September 2026 | Sovereign AI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Context and Core Objective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Executive deliverable compiled for: deck for this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Findings &amp; Factual Claims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Extracted Evidence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Critical Statistics &amp; Measurements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Empirical Data Points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Measured minimum thickness at Elbow EL-04: 6.8 mm due to naphthenic acid corrosion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 Assessment &amp; Operational Impact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Mitigation Protocols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High risk of pressure boundary breach under full throughput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High risk of pressure boundary breach under full throughput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Corrosion rate: 2.8 mm/year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Recommendations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Actionable Implementation Roadmap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1: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2: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3: Issue engineering approval note.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4: Install clamp enclosure within 14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