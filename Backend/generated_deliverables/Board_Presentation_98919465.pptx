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Emphasize sovereign on-premises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Walk through each verified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Focus on quantitative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Detail risk mitigations.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Secure approvals for recommended items.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EA5E9"/>
                </a:solidFill>
              </a:defRPr>
            </a:pPr>
            <a:r>
              <a:t>SOVEREIGN AIR-GAPPED BRIEFING // CONFIDENTIAL</a:t>
            </a:r>
          </a:p>
          <a:p>
            <a:pPr>
              <a:defRPr sz="3600" b="1">
                <a:solidFill>
                  <a:srgbClr val="0F172A"/>
                </a:solidFill>
              </a:defRPr>
            </a:pPr>
            <a:r>
              <a:t>ANALYSIS OF KARTHIKEYAN_RESUME (1).DOCX</a:t>
            </a:r>
          </a:p>
          <a:p>
            <a:pPr>
              <a:defRPr sz="1600">
                <a:solidFill>
                  <a:srgbClr val="475569"/>
                </a:solidFill>
              </a:defRPr>
            </a:pPr>
            <a:r>
              <a:t>Audience: Board of Directors &amp; PSU Executives | Objective: Inspection Approval &amp; Risk Mitigation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Date: 31 August 2026 | Sovereign AI Verification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Executive Overview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t>Context and Core Objective</a:t>
            </a:r>
          </a:p>
          <a:p/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Karthikeyan K Aspiring AI Research Intern  ·  Full-Stack Developer  ·  Coimbatore, India +91 93449 60522  ·  karthikeyan53932@gmail.com  ·  github.com/karthikeyan4747 PROFILE First-year Computer Science (AI &amp; Data Science) undergraduate who learns by building — and then asking why the thing worked. Over the past year I've moved from writing raw SQL to architecting multi-agent LLM systems, each project chosen to close a specific gap in my understanding rather than to pad a portfolio. I'm drawn to the research side of AI: how models reason, where they fail, and how to design experiments that tell the difference. Currently preparing for graduate-level research work — reading papers on representation learning and causal inference, and treating my side projects as a testbed for the same rigor I want to bring to a lab, with sights set on a PhD at OIST. Research interests:  multi-agent reasoning systems, retrieval-augmented generation, explainable AI, and representation learning — with a growing interest in graph neural networks and optimal transport following independent study of recent work in the area.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Source Document: Karthikeyan_Resume (1).docx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Key Stakeholders: Industrial Sovereign Entity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Key Findings &amp; Factual Claims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t>Extracted with High-Fidelity Content DNA</a:t>
            </a:r>
          </a:p>
          <a:p/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Integrated interactive Three.js 3D product models for in-browser inspection, improving client engagement.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Built a low-latency backend that streams AI-generated React/Express scaffolds via Groq, cutting project setup time by roughly 90%.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Integrated interactive Three.js 3D product models for in-browser inspection, improving client engagement.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Built a low-latency backend that streams AI-generated React/Express scaffolds via Groq, cutting project setup time by roughly 90%.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Critical Statistics &amp; Measurements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t>Empirical Data Points &amp; Quantities</a:t>
            </a:r>
          </a:p>
          <a:p/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Built a low-latency backend that streams AI-generated React/Express scaffolds via Groq, cutting project setup time by roughly 90%.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Designed a state-managed prompt-reuse system and session-persistent response history, improving consistency-evaluation efficiency by roughly 50%.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Risk Assessment &amp; Operational Impact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t>Mitigation Protocols &amp; Exposure Analysis</a:t>
            </a:r>
          </a:p>
          <a:p/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[RISK] High risk of pressure boundary degradation under full operating throughput.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[IMPLICATION] Requires immediate engineering sign-off and pressure derating approval note.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Strategic Recommendations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t>Actionable Next Steps &amp; Implementation Roadmap</a:t>
            </a:r>
          </a:p>
          <a:p/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Step 1: Built a JARVIS-inspired desktop assistant (React/Vite/Tailwind, FastAPI) bridging voice interaction and OS-level automation, using Groq Whisper speech-to-text and Groq LLMs with TTS for hands-free, context-aware conversation.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Step 2: Engineered a multi-tool agent that plans and chains desktop actions from a single command — opening apps, folders, and websites, and running searches — e.g. assembling a full coding or research environment in one request.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Step 3: Designed a FastAPI backend around "Council Mode" — Architect, Critic, and Innovator agents independently reason over a query before a final arbitration layer resolves their perspectives into one recommendation.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Step 4: Participated in issue triage and code review, gaining direct exposure to collaborative research-software development practices.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