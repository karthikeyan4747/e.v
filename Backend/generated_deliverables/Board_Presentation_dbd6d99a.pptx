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| Objective: Executive Decision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Formal report for: Create a Word document and presentation deck for this analysis.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Industrial Log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Internal PSU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