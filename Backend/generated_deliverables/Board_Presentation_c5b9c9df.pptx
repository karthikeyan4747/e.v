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Emphasize sovereign on-premises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Walk through each verified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Focus on quantitative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Detail risk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Secure approvals for recommended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SOVEREIGN AIR-GAPPED BRIEFING // CONFIDENTIAL</a:t>
            </a:r>
          </a:p>
          <a:p>
            <a:pPr>
              <a:defRPr sz="3600" b="1">
                <a:solidFill>
                  <a:srgbClr val="0F172A"/>
                </a:solidFill>
              </a:defRPr>
            </a:pPr>
            <a:r>
              <a:t>ANALYSIS OF INSPECTION_REPORT.TXT</a:t>
            </a:r>
          </a:p>
          <a:p>
            <a:pPr>
              <a:defRPr sz="1600">
                <a:solidFill>
                  <a:srgbClr val="475569"/>
                </a:solidFill>
              </a:defRPr>
            </a:pPr>
            <a:r>
              <a:t>Audience: Board of Directors &amp; Executives | Objective: Inspection Approval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Date: 31 August 2026 | Sovereign AI Verification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Executive Overview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Context and Core Objective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EQUIPMENT INSPECTION &amp; INTEGRITY REPORT (CONFIDENTIAL) Plant: Jamnagar Refinery CDU-04 Inspection Date: 2026-08-20 Inspector: Dr. V. Ramanathan (Chief Integrity Officer) Subject: Ultrasonic Corrosion Assessment on Overhead Line 14-P-102 Parameters: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Source Document: Inspection_Report.txt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Key Stakeholders: Jamnagar Refinery Complex, PSU Operations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Key Findings &amp; Factual Claims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Extracted with High-Fidelity Content DNA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Parameters: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Design Flow Rate: 450 m3/h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Findings: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Parameters: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Critical Statistics &amp; Measurements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Empirical Data Points &amp; Quantities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- Design Flow Rate: 450 m3/h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- Operating Pressure: 14.2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- Temperature: 185.4 C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- Nominal wall thickness: 12.7 mm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- Measured minimum thickness: 8.1 mm (36.2% localized metal loss)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Risk Assessment &amp; Operational Impact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Mitigation Protocols &amp; Exposure Analysis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Subject: Ultrasonic Corrosion Assessment on Overhead Line 14-P-102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Measured minimum thickness: 8.1 mm (36.2% localized metal loss)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[RISK] Risks: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[IMPLICATION] Requires immediate engineering sign-off and pressure derating approval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Strategic Recommendations</a:t>
            </a:r>
          </a:p>
          <a:p>
            <a:pPr>
              <a:defRPr sz="1300">
                <a:solidFill>
                  <a:srgbClr val="0EA5E9"/>
                </a:solidFill>
              </a:defRPr>
            </a:pPr>
            <a:r>
              <a:t>Actionable Next Steps &amp; Implementation Roadmap</a:t>
            </a:r>
          </a:p>
          <a:p/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1: Recommendations: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2: Issue engineering approval note to derate operating pressure to 11.5 bar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3: Schedule clamp enclosure within 14 days</a:t>
            </a:r>
          </a:p>
          <a:p>
            <a:pPr>
              <a:spcAft>
                <a:spcPts val="1200"/>
              </a:spcAft>
              <a:defRPr sz="1500">
                <a:solidFill>
                  <a:srgbClr val="0F172A"/>
                </a:solidFill>
              </a:defRPr>
            </a:pPr>
            <a:r>
              <a:t>•  Step 4: Submit $380,000 CAPEX proposal to 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