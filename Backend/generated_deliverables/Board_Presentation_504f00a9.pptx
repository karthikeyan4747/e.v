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SOURCE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&amp; Executives | Objective: Inspection Approval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Technical extraction of process parameters, wall thickness logs, and operational risk metrics.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Inspection_Report.txt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Jamnagar Complex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Wall thickness measured below nominal requirement.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Immediate clamp enclosure installation scheduled.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Nominal thickness: 12.7 mm with localized metal loss verified.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 derated to 12.0 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18.5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6.8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340°C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Localized pressure boundary degradation under full operating throughput.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[IMPLICATION] Requires immediate engineering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Issue engineering approval note.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Install clamp enclosure within 14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