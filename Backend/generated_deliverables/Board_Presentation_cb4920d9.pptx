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Emphasize sovereign on-premises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Walk through each verified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Focus on quantitative 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Detail risk mitigations.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Action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EA5E9"/>
                </a:solidFill>
              </a:defRPr>
            </a:pPr>
            <a:r>
              <a:t>SOVEREIGN AIR-GAPPED BRIEFING // CONFIDENTIAL</a:t>
            </a:r>
          </a:p>
          <a:p>
            <a:pPr>
              <a:defRPr sz="3200" b="1">
                <a:solidFill>
                  <a:srgbClr val="0F172A"/>
                </a:solidFill>
              </a:defRPr>
            </a:pPr>
            <a:r>
              <a:t>GENERATE A PRESENTATION AND WORD APPROVAL NOTE ON RENEWABLE ...</a:t>
            </a:r>
          </a:p>
          <a:p>
            <a:pPr>
              <a:defRPr sz="1500">
                <a:solidFill>
                  <a:srgbClr val="475569"/>
                </a:solidFill>
              </a:defRPr>
            </a:pPr>
            <a:r>
              <a:t>Executive deliverable compiled for: Generate a presentation and Word approval note on Renewable Hydrogen Infrastructure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Date: 01 September 2026 | Sovereign AI Verification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Executive Overview</a:t>
            </a:r>
          </a:p>
          <a:p>
            <a:pPr>
              <a:defRPr sz="1300">
                <a:solidFill>
                  <a:srgbClr val="0EA5E9"/>
                </a:solidFill>
              </a:defRPr>
            </a:pPr>
            <a:r>
              <a:t>Context and Core Objective</a:t>
            </a:r>
          </a:p>
          <a:p/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Executive deliverable compiled for: Generate a presentation and Word approval note on Renewable Hydrogen Infrastructure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Key Findings &amp; Factual Claims</a:t>
            </a:r>
          </a:p>
          <a:p>
            <a:pPr>
              <a:defRPr sz="1300">
                <a:solidFill>
                  <a:srgbClr val="0EA5E9"/>
                </a:solidFill>
              </a:defRPr>
            </a:pPr>
            <a:r>
              <a:t>Extracted Evidence</a:t>
            </a:r>
          </a:p>
          <a:p/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Findings: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Line 14-P-102 nominal wall thickness: 12.7 mm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Operating pressure: 18.5 bar, Operating temperature: 340°C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Findings: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Line 14-P-102 nominal wall thickness: 12.7 mm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Operating pressure: 18.5 bar, Operating temperature: 340°C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Critical Statistics &amp; Measurements</a:t>
            </a:r>
          </a:p>
          <a:p>
            <a:pPr>
              <a:defRPr sz="1300">
                <a:solidFill>
                  <a:srgbClr val="0EA5E9"/>
                </a:solidFill>
              </a:defRPr>
            </a:pPr>
            <a:r>
              <a:t>Empirical Data Points</a:t>
            </a:r>
          </a:p>
          <a:p/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Line 14-P-102 nominal wall thickness: 12.7 mm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Measured minimum thickness at Elbow EL-04: 6.8 mm due to naphthenic acid corrosion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Operating pressure: 18.5 bar, Operating temperature: 340°C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Recommendation: Derate unit operating pressure to 12.0 bar immediately and schedule clamp enclosure installation.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Line 14-P-102 nominal wall thickness: 12.7 mm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Measured minimum thickness at Elbow EL-04: 6.8 mm due to naphthenic acid corrosion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Risk Assessment &amp; Operational Impact</a:t>
            </a:r>
          </a:p>
          <a:p>
            <a:pPr>
              <a:defRPr sz="1300">
                <a:solidFill>
                  <a:srgbClr val="0EA5E9"/>
                </a:solidFill>
              </a:defRPr>
            </a:pPr>
            <a:r>
              <a:t>Mitigation Protocols</a:t>
            </a:r>
          </a:p>
          <a:p/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[RISK] Measured minimum thickness at Elbow EL-04: 6.8 mm due to naphthenic acid corrosion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[RISK] High risk of pressure boundary breach under full throughput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[RISK] Measured minimum thickness at Elbow EL-04: 6.8 mm due to naphthenic acid corrosion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[RISK] High risk of pressure boundary breach under full throughput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[RISK] Corrosion rate: 2.8 mm/year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Strategic Recommendations</a:t>
            </a:r>
          </a:p>
          <a:p>
            <a:pPr>
              <a:defRPr sz="1300">
                <a:solidFill>
                  <a:srgbClr val="0EA5E9"/>
                </a:solidFill>
              </a:defRPr>
            </a:pPr>
            <a:r>
              <a:t>Actionable Implementation Roadmap</a:t>
            </a:r>
          </a:p>
          <a:p/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Step 1: Recommendation: Derate unit operating pressure to 12.0 bar immediately and schedule clamp enclosure installation.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Step 2: Recommendation: Derate unit operating pressure to 12.0 bar immediately and schedule clamp enclosure installation.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Step 3: Issue engineering approval note.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Step 4: Install clamp enclosure within 14 days.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Step 5: Recommendation: Derate unit operating pressure to 12.0 bar immediately and schedule clamp enclosure installation.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