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SOVEREIGN INDUSTRIAL ASSESSMENT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| Objective: Executive Decision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Formal report for: Generate a 5-slide executive presentation from this analysis for: inside karthi.py replace the existing code and add a simple if/else loop code 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Industrial Log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Internal PSU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Nominal wall thickness: 12.7 mm verified.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Derated pressure: 12.0 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18.5 bar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6.8 mm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Localized corrosion under high throughput.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Derate operating pressure.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Install clamp enclosure within 14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