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| Objective: Executive Decision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Formal report for: create a presentation for 3 pages on the topic of Team pathenova winning SIH 2026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Industrial Log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Internal PSU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wall thickness: 12.7 mm verified.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Derated pressure: 12.0 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18.5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6.8 mm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Localized corrosion under high throughput.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Derate operating pressure.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Install clamp enclosure within 14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